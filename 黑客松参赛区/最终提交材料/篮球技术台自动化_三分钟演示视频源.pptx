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30A18-B126-5990-F5DF-BB973FB15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D61805-03E6-F912-8079-4C681289B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1D444-08F3-DBF2-DA27-21D306DB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51595-DE22-9FC0-B71E-E324792B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FE83E-5761-6B2B-6178-19C32C41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36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640B-628D-9486-747E-2B6338F7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7A81A-FC1E-6416-6D03-DBDEFCA0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9C56-6A69-737A-0F09-B5912BD3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34869-3EEA-EC87-7939-183958E5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90F9E-E096-B864-72E3-26DB64B4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07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D536E-C8CD-F56F-6FA5-CA62D7CC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FD11F4-58F3-C7EB-D15F-ECD229528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ADE8A-E043-7F58-AF96-B12E441F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AA7A8-F2F2-751B-07BB-67DBE660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5CFC0-2167-7763-2D1E-765AFE78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5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D05C0-7C90-E06E-E79E-6C891D92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AD1504-5CEC-97B2-0E11-197ABB63F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D06A10-09A0-F6D2-14A0-E53522EC9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24D9B-09ED-83C5-3496-69567B86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36ACF7-4393-EC36-7A5C-19D1DB55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19EB6C-979B-5E77-9AFC-EE7BE0CE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0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CFE07-C4B8-974F-F111-60DF7BEC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C8D5D-50EF-DD41-FD3D-0D73E6369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9CF3A1-86A4-F21B-C602-8057F3809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566965-C097-BE1F-91CB-54ECDB06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596303-FC2B-BCA3-DA6E-CB7AE6366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47B4C6-2502-39EB-28AD-1F22EDE2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CEE811-99AF-4649-8094-39E40B652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314CA9-63CB-BB0E-5FE2-F47C2EA0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70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189D0-B852-7827-E471-F40B9932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26AD88-FCE7-0445-5CC2-3C59F236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558860-B90C-46D2-0DCE-73C95844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09D60C-8C31-6B24-B7AE-7C76DBC1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05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3068DC-E003-B079-77FF-CC34820D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F1D4-7317-8106-54C2-58DC3C84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0F454B-2254-C5F5-3A3D-EB2F32C9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BF80A-B273-218D-99B2-AFF72CD8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DBB0A-75DF-D4B1-37FC-E28F4D72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49B82A-4018-0CB0-75FA-89210A492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791CED-D37F-BD8C-9D3D-BDBC954F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756B01-8F32-8D33-C6BC-B05CA849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A3E2A7-60B9-596E-ADDA-D396CE0B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25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ECF21-5760-23E6-B812-7271738D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792171-707B-F9BD-E4E0-808F78EB7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04B731-AA43-DC4D-1186-3DF5C9311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3D765-4090-2D20-194B-2013BA81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7EF83C-3B54-2179-B804-C44E6BE3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C60252-58DB-507B-47BA-9FD9C7D7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4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5C9D6-79F8-ECD8-4D94-BB2876D9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162CB1-E098-9867-D8B4-8EA6B92D0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F1D990-A263-BD75-6722-406B8206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1FAE0-1DE9-FB89-7BBC-37953B00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BDFBA-DEE5-8C08-CA77-18985C29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94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9C8DE9-4453-A446-B139-279FD64C1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AF7FA6-36F4-9723-E8CD-454B7F845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4BF201-010C-298C-499D-4FF29A0F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8C2A8-9438-9390-E53C-115E392F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6A46B3-19F5-40B3-DF0B-7134D71D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53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243787-2C0E-0102-804C-FF7C559D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54D86-D433-9AB9-C496-76FE265B0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2DF595-AE4B-4D07-12C7-483C664F1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F2371-EB98-4558-954D-418B83EB5BE7}" type="datetimeFigureOut">
              <a:rPr lang="zh-CN" altLang="en-US" smtClean="0"/>
              <a:t>2026-05-23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A26CA-3EE5-1AC7-2C6D-D20317C29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3B4DF-111A-1107-E0AB-4E494AD0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CB2AA-4365-4CE6-A0E4-B3B886E50B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29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314D4B-08BE-E864-FE70-DBABDCE5E6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85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000"/>
    </mc:Choice>
    <mc:Fallback>
      <p:transition spd="slow" advClick="0" advTm="1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78345A-C94A-EEFE-DE11-A2F48ADF1B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21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038789-3DDD-7C44-83F3-383BCB568A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65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8C078A-56FA-DD16-5B51-F05D3B1499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27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DC5E92-53D3-6311-79FA-844C23636E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4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AFE154-B658-EF22-1344-B35B737555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18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B57BDC-D4A4-EF22-F70F-2496D14D87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60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DD81EE-1521-4CB3-5AD4-CB48CB98E4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49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B4B304-17CB-66EC-8474-7BB15296BB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49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F5BA25-BF80-6F17-C455-C51CDE0E9C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44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7A075B-E17C-E9DD-AFC0-127323C7DF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7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B4610A-26FE-4CB7-346C-F4888524B4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26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 Liu</dc:creator>
  <cp:lastModifiedBy>ZH Liu</cp:lastModifiedBy>
  <cp:revision>1</cp:revision>
  <dcterms:created xsi:type="dcterms:W3CDTF">2026-05-23T07:29:29Z</dcterms:created>
  <dcterms:modified xsi:type="dcterms:W3CDTF">2026-05-23T07:29:29Z</dcterms:modified>
</cp:coreProperties>
</file>