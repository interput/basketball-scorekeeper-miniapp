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84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2D770F-340E-3A17-FA6B-D6E0324AAB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4C8DF3B-D302-F785-96CD-1048AC241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A46C28-090F-E982-5C1B-819E23D13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45544-D620-40E2-91EB-0E889D68CA9F}" type="datetimeFigureOut">
              <a:rPr lang="zh-CN" altLang="en-US" smtClean="0"/>
              <a:t>2026-05-23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B37666-E149-229F-F2B1-ACC0344BF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E6C2CC-EBF2-49DB-CB1E-E49A6BB3F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C1154-42D3-4374-80F5-2BFDBA7E20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465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97887B-5877-B607-B2A5-50CD62919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77391F-8110-164C-29CD-6D6F04BCE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C891A8-35AB-740A-46AD-3688C75F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45544-D620-40E2-91EB-0E889D68CA9F}" type="datetimeFigureOut">
              <a:rPr lang="zh-CN" altLang="en-US" smtClean="0"/>
              <a:t>2026-05-23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73A3F4-89B9-FD48-A332-B05389E26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29A533F-18E3-A161-D707-B580921A1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C1154-42D3-4374-80F5-2BFDBA7E20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131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168708-FA88-C7EB-D537-D8AE1EA22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1569A44-2D96-610A-2E8E-E463B6C2D9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FA3FBA-2D23-A052-F6B6-705A3DF5E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45544-D620-40E2-91EB-0E889D68CA9F}" type="datetimeFigureOut">
              <a:rPr lang="zh-CN" altLang="en-US" smtClean="0"/>
              <a:t>2026-05-23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BF5378-9433-1EB5-50CE-766BA5B59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C0687E-AC2E-6057-6F26-B971A929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C1154-42D3-4374-80F5-2BFDBA7E20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8641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043D9E-65E5-12DF-BDED-A7D9D8496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440B7E-034F-0429-C40E-4045141E23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96A517A-7F9F-EEC9-D3C1-FDBC1D05B4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D38DE38-AECF-BBD9-4B6C-7E28962B8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45544-D620-40E2-91EB-0E889D68CA9F}" type="datetimeFigureOut">
              <a:rPr lang="zh-CN" altLang="en-US" smtClean="0"/>
              <a:t>2026-05-23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DC1A61C-9004-DFEE-C239-8FFD367E2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D6298B3-A295-B92C-7E2A-0B4BCABFF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C1154-42D3-4374-80F5-2BFDBA7E20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5125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CC726A-1125-6E22-E849-9328BB32C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D649B-F2FE-8B5C-54AA-4D618350A8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8C7CC20-1A35-E8DE-62FD-B6394C992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BF29CA-192E-57DC-06B1-6C2337123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21730F4-4050-9B25-7DD8-8ED00D2A7D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1FE0314-99CD-BDE1-8602-989F10628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45544-D620-40E2-91EB-0E889D68CA9F}" type="datetimeFigureOut">
              <a:rPr lang="zh-CN" altLang="en-US" smtClean="0"/>
              <a:t>2026-05-23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3C2C58F-7B6C-F5D7-2DDE-DAA834C69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5930FC2-08C7-4D4B-DDFD-714DB2F31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C1154-42D3-4374-80F5-2BFDBA7E20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1826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24188E-75A6-A605-4214-3F0C139ED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A9E1384-B4FD-6F2E-E320-5D27B2ED5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45544-D620-40E2-91EB-0E889D68CA9F}" type="datetimeFigureOut">
              <a:rPr lang="zh-CN" altLang="en-US" smtClean="0"/>
              <a:t>2026-05-23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C63F8C5-813A-0C11-B5B5-DA85F984E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3BCB9F1-5466-A067-8513-36A028367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C1154-42D3-4374-80F5-2BFDBA7E20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2800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52E0FEA-BBCB-4DB3-7381-F0F27146C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45544-D620-40E2-91EB-0E889D68CA9F}" type="datetimeFigureOut">
              <a:rPr lang="zh-CN" altLang="en-US" smtClean="0"/>
              <a:t>2026-05-23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94E80A5-006B-F6EF-62A4-6B24301A3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D57ABFA-7926-398E-8830-9C643D5DB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C1154-42D3-4374-80F5-2BFDBA7E20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3208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29F0B1-2788-AA06-8BFC-7BBB7846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08709E-6123-B6AD-B796-06228EB90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2E4BACA-E204-D3D1-5781-035D92B1A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8E9D5F5-54D2-D8CB-505B-1D755B9D1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45544-D620-40E2-91EB-0E889D68CA9F}" type="datetimeFigureOut">
              <a:rPr lang="zh-CN" altLang="en-US" smtClean="0"/>
              <a:t>2026-05-23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E0E36-A3B4-EAF0-411C-E8785DE2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BEFFE8F-2073-6420-F14B-861590CE3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C1154-42D3-4374-80F5-2BFDBA7E20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4536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C5CCD3-F04E-4D77-5F7A-65E238D61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C663AC4-E50D-D42D-350F-894A19B30D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5C2ED6-E741-F207-D449-1132E78B5C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9F7132C-5394-06A1-880F-058E56F65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45544-D620-40E2-91EB-0E889D68CA9F}" type="datetimeFigureOut">
              <a:rPr lang="zh-CN" altLang="en-US" smtClean="0"/>
              <a:t>2026-05-23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1D0966-9C34-37CE-242E-6195BB864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0DD7BD2-06D2-F51E-3536-DF7E47672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C1154-42D3-4374-80F5-2BFDBA7E20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6186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0035DC-680F-8FF3-7BD5-4BD465034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09F2B50-9023-D9E7-34F7-A3BA69BE0D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3B2459-536A-4433-AC3F-46E1E59DA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45544-D620-40E2-91EB-0E889D68CA9F}" type="datetimeFigureOut">
              <a:rPr lang="zh-CN" altLang="en-US" smtClean="0"/>
              <a:t>2026-05-23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2EE9D3-7EC1-DCA5-17D3-01421086B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4A5F675-A8EF-2ABC-8FD5-7D60D9BBE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C1154-42D3-4374-80F5-2BFDBA7E20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9016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8B237C8-B3AA-AB94-7EF0-467F078E9A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98D6820-6851-3E31-7264-5F4BBA9D82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ED1264-49DB-0320-464C-14A296044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45544-D620-40E2-91EB-0E889D68CA9F}" type="datetimeFigureOut">
              <a:rPr lang="zh-CN" altLang="en-US" smtClean="0"/>
              <a:t>2026-05-23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327364-96D7-F261-4DA0-AD104C3BD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2C4087-B72D-C851-DB06-9EED1AC30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C1154-42D3-4374-80F5-2BFDBA7E20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4925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9BD039-435D-C91C-C768-CAED80665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EF632A5-ED28-EFD9-9E80-1420DE775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F1C33E-9E7A-8390-6670-05C22BC73D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445544-D620-40E2-91EB-0E889D68CA9F}" type="datetimeFigureOut">
              <a:rPr lang="zh-CN" altLang="en-US" smtClean="0"/>
              <a:t>2026-05-23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342CF5-1F8C-FB64-B4BE-CDCD7714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31B671-C89F-57A1-431C-5082F00235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4C1154-42D3-4374-80F5-2BFDBA7E20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8964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D969EC1-A3F8-B31C-575A-93B6CAF9CD2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3965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20000"/>
    </mc:Choice>
    <mc:Fallback>
      <p:transition spd="slow" advClick="0" advTm="20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52B3CB4-EFDE-3A52-180A-DEB30C659D5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6488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5000"/>
    </mc:Choice>
    <mc:Fallback>
      <p:transition spd="slow" advClick="0" advTm="15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55A77DC-C511-1528-ADA8-800A886BA59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2589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5000"/>
    </mc:Choice>
    <mc:Fallback>
      <p:transition spd="slow" advClick="0" advTm="1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55CF951-8FAD-7E08-B2EA-27F38FF7E7E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3205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5000"/>
    </mc:Choice>
    <mc:Fallback>
      <p:transition spd="slow" advClick="0" advTm="15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882F0EE-78AA-BF27-66EA-ECDD0E9D096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8004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8000"/>
    </mc:Choice>
    <mc:Fallback>
      <p:transition spd="slow" advClick="0" advTm="18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84B567B-5DB8-474E-1107-ABD65D519BD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7461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8000"/>
    </mc:Choice>
    <mc:Fallback>
      <p:transition spd="slow" advClick="0" advTm="18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67ABBA1-24A3-17E4-0B7C-AF29C4FB489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0465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4000"/>
    </mc:Choice>
    <mc:Fallback>
      <p:transition spd="slow" advClick="0" advTm="14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AC36E06-98A0-11AD-614C-9CFB9FAB464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5985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4000"/>
    </mc:Choice>
    <mc:Fallback>
      <p:transition spd="slow" advClick="0" advTm="14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A6514FB-7776-D7CE-F871-C9F536C0D3D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0709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4000"/>
    </mc:Choice>
    <mc:Fallback>
      <p:transition spd="slow" advClick="0" advTm="14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8BC2A9A-F99B-EDEF-59BF-1D529BA8D50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9084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4000"/>
    </mc:Choice>
    <mc:Fallback>
      <p:transition spd="slow" advClick="0" advTm="14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A74FA2B-218F-3808-87E0-ADC44A028A1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7226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5000"/>
    </mc:Choice>
    <mc:Fallback>
      <p:transition spd="slow" advClick="0" advTm="15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D2234E3-4A7C-8DFA-F8C0-730D406CB20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2103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8000"/>
    </mc:Choice>
    <mc:Fallback>
      <p:transition spd="slow" advClick="0" advTm="8000"/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自定义</PresentationFormat>
  <Paragraphs>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 Liu</dc:creator>
  <cp:lastModifiedBy>ZH Liu</cp:lastModifiedBy>
  <cp:revision>1</cp:revision>
  <dcterms:created xsi:type="dcterms:W3CDTF">2026-05-23T03:32:03Z</dcterms:created>
  <dcterms:modified xsi:type="dcterms:W3CDTF">2026-05-23T03:32:03Z</dcterms:modified>
</cp:coreProperties>
</file>